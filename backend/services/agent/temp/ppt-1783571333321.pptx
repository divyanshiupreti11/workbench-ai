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5029200"/>
            <a:ext cx="2286000" cy="22860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Solar System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Journey Through the Cosmos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Solar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Solar System consists of eight planets: Mercury, Mars, Venus, Earth, Neptune, Uranus, Saturn, and Jupiter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is the center of the Solar System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Solar System also includes dwarf planets, asteroids, comets, and other objects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of the Solar System is a fundamental part of astronomy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Planets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Mercury is the closest planet to the Sun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Venus is the hottest planet in the Solar System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is the only known planet to support life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is a potential candidate for human exploration and settlement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 Planets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is the largest planet in the Solar 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Saturn is known for its ring system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Uranus is an icy planet with a tilted axis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Neptune is the farthest planet from the Sun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System Metrics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7899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2514600" cy="3474720"/>
          </a:xfrm>
          <a:prstGeom prst="roundRect">
            <a:avLst>
              <a:gd name="adj" fmla="val 4364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514600" cy="3474720"/>
          </a:xfrm>
          <a:prstGeom prst="roundRect">
            <a:avLst>
              <a:gd name="adj" fmla="val 4364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37560" y="320040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514600" cy="3474720"/>
          </a:xfrm>
          <a:prstGeom prst="roundRect">
            <a:avLst>
              <a:gd name="adj" fmla="val 4364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737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35040" y="320040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Asteroids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732520" y="1371600"/>
            <a:ext cx="2514600" cy="3474720"/>
          </a:xfrm>
          <a:prstGeom prst="roundRect">
            <a:avLst>
              <a:gd name="adj" fmla="val 4364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1737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732520" y="320040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Dwarf Planets and Other Objects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Pluto is a dwarf planet in the Kuiper Belt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Eris is a dwarf planet in the scattered disc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Asteroids are small rocky objects that orbit the Sun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Comets are icy bodies that release gas and dust as they approach the Sun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Exploration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NASA's Voyager 1 is the most distant human-made object in space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International Space Station orbits the Earth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rovers have explored the surface of the Red Planet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agencies are planning manned missions to the Moon and Mars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Importance of Studying the Solar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formation and evolution of the Solar 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life beyond Earth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our knowledge of the universe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our understanding of the Earth's place in the Solar System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1D4ED8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423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Solar System is a complex and fascinating place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108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exploration and study of the Solar System will reveal new insights and discoveries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794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for life beyond Earth is an ongoing and intriguing area of research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5262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480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of the Solar System has far-reaching implications for our understanding of the universe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CortexAI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the Solar System</dc:title>
  <dc:subject>Create a 10-slide presentation on Solar System with relevant images, icons, animations, and modern layouts.</dc:subject>
  <dc:creator>CortexAI</dc:creator>
  <cp:lastModifiedBy>CortexAI</cp:lastModifiedBy>
  <cp:revision>1</cp:revision>
  <dcterms:created xsi:type="dcterms:W3CDTF">2026-07-09T04:28:53Z</dcterms:created>
  <dcterms:modified xsi:type="dcterms:W3CDTF">2026-07-09T04:28:53Z</dcterms:modified>
</cp:coreProperties>
</file>