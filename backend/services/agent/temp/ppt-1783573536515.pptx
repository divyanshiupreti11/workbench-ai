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Cute Panda's Coffee Break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joy in a rainy cafe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Scene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cute panda walks into a cozy cafe on a rainy 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is looking for a warm and comforting drink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is filled with the aroma of freshly brewed coffee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panda's eyes widen at the sight of the coffee menu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atmosphere is peaceful and relaxing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Panda's Coffee Experience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orders a cup of coffee and waits eagerly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barista crafts a beautiful design on the coffee foam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takes a sip and closes its eyes in delight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coffee is rich and flavorful, a perfect blend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feels cozy and content in the warm cafe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Ambiance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 of raindrops on the roof creates a soothing melody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cafe's decor is modern and sleek, with comfortable seating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aroma of coffee and baked goods fills the air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feels at home in the cozy and inviting atmosphere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is a perfect haven on a rainy day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Coffee on the Panda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789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cups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Intake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Level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Level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3252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3252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Boost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Panda's Favorite Coffee Drinks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loves a good latte with a sprinkle of cinnamon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Cappuccinos are a close second, with a perfect balance of foam and espresso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is also fond of cold brew coffee on a warm day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cafe's coffee menu is diverse and exciting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is always looking to try new coffee drinks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Cafe's Special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has a loyalty program for frequent customers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baristas are friendly and knowledgeable about coffee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hosts coffee-tasting events and workshops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feels like a valued customer at the cafe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cafe's commitment to quality is evident in every cup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Panda's Coffee Routine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visits the cafe every morning for a coffee fix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has a favorite seat by the window, overlooking the rain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enjoys people-watching and reading a book with coffee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is a part of the panda's daily routine and comfort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15384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 feels grateful for the cozy cafe on a rainy day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cute panda finds joy in a rainy cafe with a good cup of coffee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108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cafe's ambiance and coffee quality make it a perfect haven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94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panda's love for coffee and the cafe is a heartwarming story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480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 is a reminder to appreciate the little things in life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Cute Panda's Coffee Break</dc:title>
  <dc:subject>A cute panda drinking coffee in a rainy cafe</dc:subject>
  <dc:creator>CortexAI</dc:creator>
  <cp:lastModifiedBy>CortexAI</cp:lastModifiedBy>
  <cp:revision>1</cp:revision>
  <dcterms:created xsi:type="dcterms:W3CDTF">2026-07-09T05:05:36Z</dcterms:created>
  <dcterms:modified xsi:type="dcterms:W3CDTF">2026-07-09T05:05:36Z</dcterms:modified>
</cp:coreProperties>
</file>